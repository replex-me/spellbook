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181F"/>
                </a:solidFill>
                <a:latin typeface="Liberation Sans"/>
              </a:rPr>
              <a:t>Spellbook 검증 العربية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926080" cy="1005840"/>
          </a:xfrm>
          <a:prstGeom prst="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Spellbook native mutation conformance</dc:title>
  <dc:subject>Public synthetic fixture</dc:subject>
  <dc:creator>Spellbook contributors</dc:creator>
  <cp:keywords/>
  <dc:description>Generated by scripts/generate-native-conformance-fixture.py</dc:description>
  <cp:lastModifiedBy>Spellbook contributors</cp:lastModifiedBy>
  <cp:revision>1</cp:revision>
  <dcterms:created xsi:type="dcterms:W3CDTF">2026-01-01T00:00:00Z</dcterms:created>
  <dcterms:modified xsi:type="dcterms:W3CDTF">2026-01-01T00:00:00Z</dcterms:modified>
  <cp:category/>
</cp:coreProperties>
</file>